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86" r:id="rId2"/>
    <p:sldId id="287" r:id="rId3"/>
    <p:sldId id="291" r:id="rId4"/>
    <p:sldId id="288" r:id="rId5"/>
    <p:sldId id="289" r:id="rId6"/>
    <p:sldId id="290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양유상" userId="6e6908c4-55d0-403a-ba88-3d815c763e2e" providerId="ADAL" clId="{690917D1-DE71-41B0-A5CF-E8FAF0C0EEB0}"/>
    <pc:docChg chg="delSld modSld sldOrd">
      <pc:chgData name="양유상" userId="6e6908c4-55d0-403a-ba88-3d815c763e2e" providerId="ADAL" clId="{690917D1-DE71-41B0-A5CF-E8FAF0C0EEB0}" dt="2026-04-24T09:59:49.292" v="31" actId="47"/>
      <pc:docMkLst>
        <pc:docMk/>
      </pc:docMkLst>
      <pc:sldChg chg="del ord">
        <pc:chgData name="양유상" userId="6e6908c4-55d0-403a-ba88-3d815c763e2e" providerId="ADAL" clId="{690917D1-DE71-41B0-A5CF-E8FAF0C0EEB0}" dt="2026-04-24T09:59:37.639" v="2" actId="47"/>
        <pc:sldMkLst>
          <pc:docMk/>
          <pc:sldMk cId="1347274575" sldId="256"/>
        </pc:sldMkLst>
      </pc:sldChg>
      <pc:sldChg chg="del">
        <pc:chgData name="양유상" userId="6e6908c4-55d0-403a-ba88-3d815c763e2e" providerId="ADAL" clId="{690917D1-DE71-41B0-A5CF-E8FAF0C0EEB0}" dt="2026-04-24T09:59:37.875" v="3" actId="47"/>
        <pc:sldMkLst>
          <pc:docMk/>
          <pc:sldMk cId="257150596" sldId="257"/>
        </pc:sldMkLst>
      </pc:sldChg>
      <pc:sldChg chg="del">
        <pc:chgData name="양유상" userId="6e6908c4-55d0-403a-ba88-3d815c763e2e" providerId="ADAL" clId="{690917D1-DE71-41B0-A5CF-E8FAF0C0EEB0}" dt="2026-04-24T09:59:38.056" v="4" actId="47"/>
        <pc:sldMkLst>
          <pc:docMk/>
          <pc:sldMk cId="1900765787" sldId="258"/>
        </pc:sldMkLst>
      </pc:sldChg>
      <pc:sldChg chg="del">
        <pc:chgData name="양유상" userId="6e6908c4-55d0-403a-ba88-3d815c763e2e" providerId="ADAL" clId="{690917D1-DE71-41B0-A5CF-E8FAF0C0EEB0}" dt="2026-04-24T09:59:38.199" v="5" actId="47"/>
        <pc:sldMkLst>
          <pc:docMk/>
          <pc:sldMk cId="606336180" sldId="259"/>
        </pc:sldMkLst>
      </pc:sldChg>
      <pc:sldChg chg="del">
        <pc:chgData name="양유상" userId="6e6908c4-55d0-403a-ba88-3d815c763e2e" providerId="ADAL" clId="{690917D1-DE71-41B0-A5CF-E8FAF0C0EEB0}" dt="2026-04-24T09:59:38.486" v="7" actId="47"/>
        <pc:sldMkLst>
          <pc:docMk/>
          <pc:sldMk cId="969495768" sldId="260"/>
        </pc:sldMkLst>
      </pc:sldChg>
      <pc:sldChg chg="del">
        <pc:chgData name="양유상" userId="6e6908c4-55d0-403a-ba88-3d815c763e2e" providerId="ADAL" clId="{690917D1-DE71-41B0-A5CF-E8FAF0C0EEB0}" dt="2026-04-24T09:59:38.644" v="8" actId="47"/>
        <pc:sldMkLst>
          <pc:docMk/>
          <pc:sldMk cId="570265207" sldId="261"/>
        </pc:sldMkLst>
      </pc:sldChg>
      <pc:sldChg chg="del">
        <pc:chgData name="양유상" userId="6e6908c4-55d0-403a-ba88-3d815c763e2e" providerId="ADAL" clId="{690917D1-DE71-41B0-A5CF-E8FAF0C0EEB0}" dt="2026-04-24T09:59:39.450" v="9" actId="47"/>
        <pc:sldMkLst>
          <pc:docMk/>
          <pc:sldMk cId="2017731519" sldId="262"/>
        </pc:sldMkLst>
      </pc:sldChg>
      <pc:sldChg chg="del">
        <pc:chgData name="양유상" userId="6e6908c4-55d0-403a-ba88-3d815c763e2e" providerId="ADAL" clId="{690917D1-DE71-41B0-A5CF-E8FAF0C0EEB0}" dt="2026-04-24T09:59:39.879" v="10" actId="47"/>
        <pc:sldMkLst>
          <pc:docMk/>
          <pc:sldMk cId="1437093399" sldId="263"/>
        </pc:sldMkLst>
      </pc:sldChg>
      <pc:sldChg chg="del">
        <pc:chgData name="양유상" userId="6e6908c4-55d0-403a-ba88-3d815c763e2e" providerId="ADAL" clId="{690917D1-DE71-41B0-A5CF-E8FAF0C0EEB0}" dt="2026-04-24T09:59:40.342" v="11" actId="47"/>
        <pc:sldMkLst>
          <pc:docMk/>
          <pc:sldMk cId="734594571" sldId="264"/>
        </pc:sldMkLst>
      </pc:sldChg>
      <pc:sldChg chg="del">
        <pc:chgData name="양유상" userId="6e6908c4-55d0-403a-ba88-3d815c763e2e" providerId="ADAL" clId="{690917D1-DE71-41B0-A5CF-E8FAF0C0EEB0}" dt="2026-04-24T09:59:40.821" v="12" actId="47"/>
        <pc:sldMkLst>
          <pc:docMk/>
          <pc:sldMk cId="1733463601" sldId="265"/>
        </pc:sldMkLst>
      </pc:sldChg>
      <pc:sldChg chg="del">
        <pc:chgData name="양유상" userId="6e6908c4-55d0-403a-ba88-3d815c763e2e" providerId="ADAL" clId="{690917D1-DE71-41B0-A5CF-E8FAF0C0EEB0}" dt="2026-04-24T09:59:41.017" v="13" actId="47"/>
        <pc:sldMkLst>
          <pc:docMk/>
          <pc:sldMk cId="1253400843" sldId="266"/>
        </pc:sldMkLst>
      </pc:sldChg>
      <pc:sldChg chg="del">
        <pc:chgData name="양유상" userId="6e6908c4-55d0-403a-ba88-3d815c763e2e" providerId="ADAL" clId="{690917D1-DE71-41B0-A5CF-E8FAF0C0EEB0}" dt="2026-04-24T09:59:41.473" v="15" actId="47"/>
        <pc:sldMkLst>
          <pc:docMk/>
          <pc:sldMk cId="49714270" sldId="267"/>
        </pc:sldMkLst>
      </pc:sldChg>
      <pc:sldChg chg="del">
        <pc:chgData name="양유상" userId="6e6908c4-55d0-403a-ba88-3d815c763e2e" providerId="ADAL" clId="{690917D1-DE71-41B0-A5CF-E8FAF0C0EEB0}" dt="2026-04-24T09:59:41.792" v="16" actId="47"/>
        <pc:sldMkLst>
          <pc:docMk/>
          <pc:sldMk cId="585301460" sldId="268"/>
        </pc:sldMkLst>
      </pc:sldChg>
      <pc:sldChg chg="del">
        <pc:chgData name="양유상" userId="6e6908c4-55d0-403a-ba88-3d815c763e2e" providerId="ADAL" clId="{690917D1-DE71-41B0-A5CF-E8FAF0C0EEB0}" dt="2026-04-24T09:59:41.981" v="17" actId="47"/>
        <pc:sldMkLst>
          <pc:docMk/>
          <pc:sldMk cId="381519213" sldId="269"/>
        </pc:sldMkLst>
      </pc:sldChg>
      <pc:sldChg chg="del">
        <pc:chgData name="양유상" userId="6e6908c4-55d0-403a-ba88-3d815c763e2e" providerId="ADAL" clId="{690917D1-DE71-41B0-A5CF-E8FAF0C0EEB0}" dt="2026-04-24T09:59:42.141" v="18" actId="47"/>
        <pc:sldMkLst>
          <pc:docMk/>
          <pc:sldMk cId="1148346425" sldId="271"/>
        </pc:sldMkLst>
      </pc:sldChg>
      <pc:sldChg chg="del">
        <pc:chgData name="양유상" userId="6e6908c4-55d0-403a-ba88-3d815c763e2e" providerId="ADAL" clId="{690917D1-DE71-41B0-A5CF-E8FAF0C0EEB0}" dt="2026-04-24T09:59:42.253" v="19" actId="47"/>
        <pc:sldMkLst>
          <pc:docMk/>
          <pc:sldMk cId="111362226" sldId="272"/>
        </pc:sldMkLst>
      </pc:sldChg>
      <pc:sldChg chg="del">
        <pc:chgData name="양유상" userId="6e6908c4-55d0-403a-ba88-3d815c763e2e" providerId="ADAL" clId="{690917D1-DE71-41B0-A5CF-E8FAF0C0EEB0}" dt="2026-04-24T09:59:42.428" v="20" actId="47"/>
        <pc:sldMkLst>
          <pc:docMk/>
          <pc:sldMk cId="1771251029" sldId="273"/>
        </pc:sldMkLst>
      </pc:sldChg>
      <pc:sldChg chg="del">
        <pc:chgData name="양유상" userId="6e6908c4-55d0-403a-ba88-3d815c763e2e" providerId="ADAL" clId="{690917D1-DE71-41B0-A5CF-E8FAF0C0EEB0}" dt="2026-04-24T09:59:42.781" v="21" actId="47"/>
        <pc:sldMkLst>
          <pc:docMk/>
          <pc:sldMk cId="1142182229" sldId="274"/>
        </pc:sldMkLst>
      </pc:sldChg>
      <pc:sldChg chg="del">
        <pc:chgData name="양유상" userId="6e6908c4-55d0-403a-ba88-3d815c763e2e" providerId="ADAL" clId="{690917D1-DE71-41B0-A5CF-E8FAF0C0EEB0}" dt="2026-04-24T09:59:43.101" v="22" actId="47"/>
        <pc:sldMkLst>
          <pc:docMk/>
          <pc:sldMk cId="1553849313" sldId="275"/>
        </pc:sldMkLst>
      </pc:sldChg>
      <pc:sldChg chg="del">
        <pc:chgData name="양유상" userId="6e6908c4-55d0-403a-ba88-3d815c763e2e" providerId="ADAL" clId="{690917D1-DE71-41B0-A5CF-E8FAF0C0EEB0}" dt="2026-04-24T09:59:43.397" v="23" actId="47"/>
        <pc:sldMkLst>
          <pc:docMk/>
          <pc:sldMk cId="648789627" sldId="276"/>
        </pc:sldMkLst>
      </pc:sldChg>
      <pc:sldChg chg="del">
        <pc:chgData name="양유상" userId="6e6908c4-55d0-403a-ba88-3d815c763e2e" providerId="ADAL" clId="{690917D1-DE71-41B0-A5CF-E8FAF0C0EEB0}" dt="2026-04-24T09:59:43.714" v="24" actId="47"/>
        <pc:sldMkLst>
          <pc:docMk/>
          <pc:sldMk cId="280276436" sldId="277"/>
        </pc:sldMkLst>
      </pc:sldChg>
      <pc:sldChg chg="del">
        <pc:chgData name="양유상" userId="6e6908c4-55d0-403a-ba88-3d815c763e2e" providerId="ADAL" clId="{690917D1-DE71-41B0-A5CF-E8FAF0C0EEB0}" dt="2026-04-24T09:59:43.969" v="25" actId="47"/>
        <pc:sldMkLst>
          <pc:docMk/>
          <pc:sldMk cId="103856224" sldId="278"/>
        </pc:sldMkLst>
      </pc:sldChg>
      <pc:sldChg chg="del">
        <pc:chgData name="양유상" userId="6e6908c4-55d0-403a-ba88-3d815c763e2e" providerId="ADAL" clId="{690917D1-DE71-41B0-A5CF-E8FAF0C0EEB0}" dt="2026-04-24T09:59:44.220" v="26" actId="47"/>
        <pc:sldMkLst>
          <pc:docMk/>
          <pc:sldMk cId="2104766934" sldId="279"/>
        </pc:sldMkLst>
      </pc:sldChg>
      <pc:sldChg chg="del">
        <pc:chgData name="양유상" userId="6e6908c4-55d0-403a-ba88-3d815c763e2e" providerId="ADAL" clId="{690917D1-DE71-41B0-A5CF-E8FAF0C0EEB0}" dt="2026-04-24T09:59:44.531" v="27" actId="47"/>
        <pc:sldMkLst>
          <pc:docMk/>
          <pc:sldMk cId="1168600957" sldId="280"/>
        </pc:sldMkLst>
      </pc:sldChg>
      <pc:sldChg chg="del">
        <pc:chgData name="양유상" userId="6e6908c4-55d0-403a-ba88-3d815c763e2e" providerId="ADAL" clId="{690917D1-DE71-41B0-A5CF-E8FAF0C0EEB0}" dt="2026-04-24T09:59:45.151" v="28" actId="47"/>
        <pc:sldMkLst>
          <pc:docMk/>
          <pc:sldMk cId="1353764816" sldId="281"/>
        </pc:sldMkLst>
      </pc:sldChg>
      <pc:sldChg chg="del">
        <pc:chgData name="양유상" userId="6e6908c4-55d0-403a-ba88-3d815c763e2e" providerId="ADAL" clId="{690917D1-DE71-41B0-A5CF-E8FAF0C0EEB0}" dt="2026-04-24T09:59:45.472" v="29" actId="47"/>
        <pc:sldMkLst>
          <pc:docMk/>
          <pc:sldMk cId="352069891" sldId="282"/>
        </pc:sldMkLst>
      </pc:sldChg>
      <pc:sldChg chg="del">
        <pc:chgData name="양유상" userId="6e6908c4-55d0-403a-ba88-3d815c763e2e" providerId="ADAL" clId="{690917D1-DE71-41B0-A5CF-E8FAF0C0EEB0}" dt="2026-04-24T09:59:46.300" v="30" actId="47"/>
        <pc:sldMkLst>
          <pc:docMk/>
          <pc:sldMk cId="1014608879" sldId="283"/>
        </pc:sldMkLst>
      </pc:sldChg>
      <pc:sldChg chg="del">
        <pc:chgData name="양유상" userId="6e6908c4-55d0-403a-ba88-3d815c763e2e" providerId="ADAL" clId="{690917D1-DE71-41B0-A5CF-E8FAF0C0EEB0}" dt="2026-04-24T09:59:49.292" v="31" actId="47"/>
        <pc:sldMkLst>
          <pc:docMk/>
          <pc:sldMk cId="369079146" sldId="285"/>
        </pc:sldMkLst>
      </pc:sldChg>
      <pc:sldChg chg="del">
        <pc:chgData name="양유상" userId="6e6908c4-55d0-403a-ba88-3d815c763e2e" providerId="ADAL" clId="{690917D1-DE71-41B0-A5CF-E8FAF0C0EEB0}" dt="2026-04-24T09:59:38.342" v="6" actId="47"/>
        <pc:sldMkLst>
          <pc:docMk/>
          <pc:sldMk cId="0" sldId="292"/>
        </pc:sldMkLst>
      </pc:sldChg>
      <pc:sldChg chg="del">
        <pc:chgData name="양유상" userId="6e6908c4-55d0-403a-ba88-3d815c763e2e" providerId="ADAL" clId="{690917D1-DE71-41B0-A5CF-E8FAF0C0EEB0}" dt="2026-04-24T09:59:41.187" v="14" actId="47"/>
        <pc:sldMkLst>
          <pc:docMk/>
          <pc:sldMk cId="0" sldId="293"/>
        </pc:sldMkLst>
      </pc:sldChg>
      <pc:sldMasterChg chg="delSldLayout">
        <pc:chgData name="양유상" userId="6e6908c4-55d0-403a-ba88-3d815c763e2e" providerId="ADAL" clId="{690917D1-DE71-41B0-A5CF-E8FAF0C0EEB0}" dt="2026-04-24T09:59:41.187" v="14" actId="47"/>
        <pc:sldMasterMkLst>
          <pc:docMk/>
          <pc:sldMasterMk cId="0" sldId="2147483648"/>
        </pc:sldMasterMkLst>
        <pc:sldLayoutChg chg="del">
          <pc:chgData name="양유상" userId="6e6908c4-55d0-403a-ba88-3d815c763e2e" providerId="ADAL" clId="{690917D1-DE71-41B0-A5CF-E8FAF0C0EEB0}" dt="2026-04-24T09:59:41.187" v="14" actId="47"/>
          <pc:sldLayoutMkLst>
            <pc:docMk/>
            <pc:sldMasterMk cId="0" sldId="2147483648"/>
            <pc:sldLayoutMk cId="342660835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D82762-B747-4D49-8415-D4D7AA013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ECC35BD-E849-455E-BB8C-EC44613B6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2109487-8AC0-4D5C-B597-6C035CD7F5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400D0E7-3A6E-4B3C-BA52-35589A57E3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45A53-CB0D-4F5E-B1C4-1BF2DBD46E1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151C3-85F2-D0AB-80E4-E2C1BED7FA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보완할 점 </a:t>
            </a:r>
            <a:r>
              <a:rPr lang="en-US" altLang="ko-KR" dirty="0"/>
              <a:t>/ </a:t>
            </a:r>
            <a:r>
              <a:rPr lang="ko-KR" altLang="en-US" dirty="0"/>
              <a:t>남은 과제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EA44E3-0605-78E4-4E44-2C3CD0AA98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0273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29A0C-4216-E280-D3B8-E82635FE5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671513"/>
            <a:ext cx="9144000" cy="1398587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민감한 </a:t>
            </a:r>
            <a:r>
              <a:rPr lang="en-US" altLang="ko-KR" dirty="0"/>
              <a:t>PII / </a:t>
            </a:r>
            <a:r>
              <a:rPr lang="ko-KR" altLang="en-US" dirty="0"/>
              <a:t>민감하지 않은 </a:t>
            </a:r>
            <a:r>
              <a:rPr lang="en-US" altLang="ko-KR" dirty="0"/>
              <a:t>PII </a:t>
            </a:r>
            <a:r>
              <a:rPr lang="ko-KR" altLang="en-US" dirty="0"/>
              <a:t>경계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B9EB59-2116-2000-78E8-2DD6361B38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369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ED474-01C0-71DB-EC8D-CE18D09C3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5D5BB4-B013-5A29-909B-D76D4CF19C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 descr="The image displays a prescription slip with patient's information, diagnosis of a cold, and prescribed medication, Tylenol, with dosage instructions.&#10;&#10;AI 생성 콘텐츠는 정확하지 않을 수 있습니다.">
            <a:extLst>
              <a:ext uri="{FF2B5EF4-FFF2-40B4-BE49-F238E27FC236}">
                <a16:creationId xmlns:a16="http://schemas.microsoft.com/office/drawing/2014/main" id="{B0ABECE6-CE90-F4FE-59D2-BC71DE4FD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1" y="1041399"/>
            <a:ext cx="5198309" cy="4477375"/>
          </a:xfrm>
          <a:prstGeom prst="rect">
            <a:avLst/>
          </a:prstGeom>
        </p:spPr>
      </p:pic>
      <p:pic>
        <p:nvPicPr>
          <p:cNvPr id="7" name="그림 6" descr="The image shows a Korean prescription form with the patient's name, date of birth, diagnosis of pneumonia, and a prescription for 650mg Tylenol to be taken 1 pill, 3 times a day for 3 days.&#10;&#10;AI 생성 콘텐츠는 정확하지 않을 수 있습니다.">
            <a:extLst>
              <a:ext uri="{FF2B5EF4-FFF2-40B4-BE49-F238E27FC236}">
                <a16:creationId xmlns:a16="http://schemas.microsoft.com/office/drawing/2014/main" id="{10754B0E-A384-5C3D-36A7-07842FFBE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0" y="971549"/>
            <a:ext cx="5581650" cy="463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56F2A-3F29-50AA-9A78-967ACC2F1D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검증 파이프라인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CB5A47-65F7-4F70-4E8B-28E735E90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535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C7EB5-9029-D404-440B-8118229A7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8934450" cy="2395537"/>
          </a:xfrm>
        </p:spPr>
        <p:txBody>
          <a:bodyPr/>
          <a:lstStyle/>
          <a:p>
            <a:r>
              <a:rPr lang="en-US" altLang="ko-KR" dirty="0"/>
              <a:t>Microsoft Presidio + </a:t>
            </a:r>
            <a:br>
              <a:rPr lang="en-US" altLang="ko-KR" dirty="0"/>
            </a:br>
            <a:r>
              <a:rPr lang="en-US" altLang="ko-KR" dirty="0"/>
              <a:t>Azure AI Language (</a:t>
            </a:r>
            <a:r>
              <a:rPr lang="ko-KR" altLang="en-US" dirty="0"/>
              <a:t>언어 서비스 </a:t>
            </a:r>
            <a:r>
              <a:rPr lang="en-US" altLang="ko-KR" dirty="0"/>
              <a:t>- PII Redaction) (</a:t>
            </a:r>
            <a:r>
              <a:rPr lang="ko-KR" altLang="en-US" dirty="0" err="1"/>
              <a:t>프레시디오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E8FF0E-1964-9DAD-7FD1-6AF992754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57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7B768-841C-1C09-B84B-D31A7944C5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남은 과제 </a:t>
            </a:r>
            <a:r>
              <a:rPr lang="en-US" altLang="ko-KR" dirty="0"/>
              <a:t>: </a:t>
            </a:r>
            <a:r>
              <a:rPr lang="ko-KR" altLang="en-US" dirty="0"/>
              <a:t>한국어 </a:t>
            </a:r>
            <a:r>
              <a:rPr lang="en-US" altLang="ko-KR" dirty="0"/>
              <a:t>PII </a:t>
            </a:r>
            <a:r>
              <a:rPr lang="ko-KR" altLang="en-US" dirty="0"/>
              <a:t>보호 엔진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EFDD42-1C27-E9FF-46DC-22AC78CA93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36410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43</Words>
  <Application>Microsoft Office PowerPoint</Application>
  <DocSecurity>0</DocSecurity>
  <PresentationFormat>와이드스크린</PresentationFormat>
  <Paragraphs>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8" baseType="lpstr">
      <vt:lpstr>Calibri</vt:lpstr>
      <vt:lpstr>ChatGPT</vt:lpstr>
      <vt:lpstr>보완할 점 / 남은 과제 </vt:lpstr>
      <vt:lpstr>1.민감한 PII / 민감하지 않은 PII 경계.</vt:lpstr>
      <vt:lpstr>PowerPoint 프레젠테이션</vt:lpstr>
      <vt:lpstr>2.검증 파이프라인</vt:lpstr>
      <vt:lpstr>Microsoft Presidio +  Azure AI Language (언어 서비스 - PII Redaction) (프레시디오)</vt:lpstr>
      <vt:lpstr>남은 과제 : 한국어 PII 보호 엔진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양유상</cp:lastModifiedBy>
  <cp:revision>3</cp:revision>
  <dcterms:created xsi:type="dcterms:W3CDTF">2026-04-24T09:07:01Z</dcterms:created>
  <dcterms:modified xsi:type="dcterms:W3CDTF">2026-04-24T09:59:54Z</dcterms:modified>
</cp:coreProperties>
</file>