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abfa36e5d04568" /><Relationship Type="http://schemas.openxmlformats.org/officeDocument/2006/relationships/extended-properties" Target="/docProps/app.xml" Id="Rd15af96e6098499e" /><Relationship Type="http://schemas.openxmlformats.org/officeDocument/2006/relationships/officeDocument" Target="/ppt/presentation.xml" Id="R6b9ccbaba428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2b6e5054da402c"/>
  </p:sldMasterIdLst>
  <p:notesMasterIdLst>
    <p:notesMasterId xmlns:r="http://schemas.openxmlformats.org/officeDocument/2006/relationships" r:id="R46dc83701d6640ca"/>
  </p:notesMasterIdLst>
  <p:sldIdLst>
    <p:sldId xmlns:r="http://schemas.openxmlformats.org/officeDocument/2006/relationships" id="256" r:id="Re55d9d71446943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b6e5054da402c" /><Relationship Type="http://schemas.openxmlformats.org/officeDocument/2006/relationships/theme" Target="/ppt/theme/theme1.xml" Id="Rb37681a4695849e5" /><Relationship Type="http://schemas.openxmlformats.org/officeDocument/2006/relationships/notesMaster" Target="/ppt/notesMasters/notesMaster1.xml" Id="R46dc83701d6640ca" /><Relationship Type="http://schemas.openxmlformats.org/officeDocument/2006/relationships/presProps" Target="/ppt/presProps.xml" Id="R99d0c2bba5a34a13" /><Relationship Type="http://schemas.openxmlformats.org/officeDocument/2006/relationships/viewProps" Target="/ppt/viewProps.xml" Id="Re8084c2f84564e36" /><Relationship Type="http://schemas.openxmlformats.org/officeDocument/2006/relationships/tableStyles" Target="/ppt/tableStyles.xml" Id="Rd2620f63af6e4fb2" /><Relationship Type="http://schemas.openxmlformats.org/officeDocument/2006/relationships/slide" Target="/ppt/slides/slide1.xml" Id="Re55d9d71446943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0e4ebf5bd8242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80e58e14144400" /><Relationship Type="http://schemas.openxmlformats.org/officeDocument/2006/relationships/notesMaster" Target="/ppt/notesMasters/notesMaster1.xml" Id="Rf3ffbf158ac6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a2dc65e7448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A880719-3F3F-4AAC-984A-9CCDA6A41F5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96142E6-3DC9-4265-A242-CD850ED2096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A8B18A-B28E-449A-A348-0ACB73A190A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64EB60-D547-403F-A827-B7B952D375D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10E31A-A9AA-4BF2-B1A6-59BE8235414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e77d8ee38e4757" /><Relationship Type="http://schemas.openxmlformats.org/officeDocument/2006/relationships/slideLayout" Target="/ppt/slideLayouts/slideLayout2.xml" Id="R84eb990569aa4a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5AD105-9BD8-47D4-9230-7895483EA69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eb990569aa4a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d67c1b294437c" /><Relationship Type="http://schemas.openxmlformats.org/officeDocument/2006/relationships/chart" Target="/ppt/slides/charts/chart1.xml" Id="Rfc8cbebb2d0648a3" /><Relationship Type="http://schemas.openxmlformats.org/officeDocument/2006/relationships/notesSlide" Target="/ppt/notesSlides/notesSlide1.xml" Id="R6ad4b51db2464d31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grouping val="clustered"/>
        <c:varyColors val="0"/>
        <c:ser>
          <c:idx val="0"/>
          <c:order val="0"/>
          <c:tx>
            <c:v>TRUE</c:v>
          </c:tx>
          <c:spPr>
            <a:solidFill xmlns:a="http://schemas.openxmlformats.org/drawingml/2006/main">
              <a:srgbClr val="27C47D"/>
            </a:solidFill>
            <a:ln xmlns:a="http://schemas.openxmlformats.org/drawingml/2006/main" w="14288">
              <a:solidFill>
                <a:srgbClr val="1F8E5A"/>
              </a:solidFill>
              <a:prstDash val="solid"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/>
              <c:ptCount val="3"/>
              <c:pt idx="0">
                <c:v>80.15</c:v>
              </c:pt>
              <c:pt idx="1">
                <c:v>90.96</c:v>
              </c:pt>
              <c:pt idx="2">
                <c:v>94.32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7F7F7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10E31A-A9AA-4BF2-B1A6-59BE823541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graphicFrame>
        <p:nvGraphicFramePr>
          <p:cNvPr id="2" name="Chart"/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8572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8cbebb2d0648a3"/>
          </a:graphicData>
        </a:graphic>
      </p:graphicFrame>
    </p:spTree>
    <p:extLst>
      <p:ext uri="{BB962C8B-B14F-4D97-AF65-F5344CB8AC3E}">
        <p14:creationId xmlns:p14="http://schemas.microsoft.com/office/powerpoint/2010/main" val="79836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2026-04-24T08:42:15.2660000Z</dcterms:created>
  <dcterms:modified xsi:type="dcterms:W3CDTF">2026-04-24T08:42:15.2660000Z</dcterms:modified>
</coreProperties>
</file>